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63" r:id="rId2"/>
    <p:sldId id="262" r:id="rId3"/>
    <p:sldId id="353" r:id="rId4"/>
    <p:sldId id="358" r:id="rId5"/>
    <p:sldId id="361" r:id="rId6"/>
    <p:sldId id="360" r:id="rId7"/>
    <p:sldId id="359" r:id="rId8"/>
    <p:sldId id="362" r:id="rId9"/>
    <p:sldId id="363" r:id="rId10"/>
    <p:sldId id="364" r:id="rId11"/>
    <p:sldId id="368" r:id="rId12"/>
    <p:sldId id="365" r:id="rId13"/>
    <p:sldId id="318" r:id="rId14"/>
    <p:sldId id="369" r:id="rId15"/>
    <p:sldId id="366" r:id="rId16"/>
    <p:sldId id="367" r:id="rId17"/>
    <p:sldId id="354" r:id="rId18"/>
    <p:sldId id="317" r:id="rId19"/>
    <p:sldId id="370" r:id="rId20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B0A0"/>
    <a:srgbClr val="72B0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028EF-C06B-42AB-8ACF-CD111B3C401F}" v="9" dt="2026-10-14T17:49:05.0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8"/>
    <p:restoredTop sz="83380"/>
  </p:normalViewPr>
  <p:slideViewPr>
    <p:cSldViewPr snapToGrid="0" snapToObjects="1">
      <p:cViewPr varScale="1">
        <p:scale>
          <a:sx n="69" d="100"/>
          <a:sy n="69" d="100"/>
        </p:scale>
        <p:origin x="1843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ana Munipalle" userId="49a8e86b-6c02-46d8-80e9-c3d5abd0f7d9" providerId="ADAL" clId="{7DA99A71-5407-4AD7-B580-287AA5B2E926}"/>
    <pc:docChg chg="undo custSel addSld delSld modSld sldOrd">
      <pc:chgData name="Meghana Munipalle" userId="49a8e86b-6c02-46d8-80e9-c3d5abd0f7d9" providerId="ADAL" clId="{7DA99A71-5407-4AD7-B580-287AA5B2E926}" dt="2026-10-14T17:49:23.644" v="158" actId="1076"/>
      <pc:docMkLst>
        <pc:docMk/>
      </pc:docMkLst>
      <pc:sldChg chg="addSp modSp mod">
        <pc:chgData name="Meghana Munipalle" userId="49a8e86b-6c02-46d8-80e9-c3d5abd0f7d9" providerId="ADAL" clId="{7DA99A71-5407-4AD7-B580-287AA5B2E926}" dt="2026-10-14T17:41:16.413" v="32" actId="20577"/>
        <pc:sldMkLst>
          <pc:docMk/>
          <pc:sldMk cId="3133242724" sldId="262"/>
        </pc:sldMkLst>
        <pc:spChg chg="add mod">
          <ac:chgData name="Meghana Munipalle" userId="49a8e86b-6c02-46d8-80e9-c3d5abd0f7d9" providerId="ADAL" clId="{7DA99A71-5407-4AD7-B580-287AA5B2E926}" dt="2026-10-14T17:40:37.176" v="24"/>
          <ac:spMkLst>
            <pc:docMk/>
            <pc:sldMk cId="3133242724" sldId="262"/>
            <ac:spMk id="2" creationId="{1E56E406-4BA8-7795-73BF-051D2D7CBE05}"/>
          </ac:spMkLst>
        </pc:spChg>
        <pc:spChg chg="add mod">
          <ac:chgData name="Meghana Munipalle" userId="49a8e86b-6c02-46d8-80e9-c3d5abd0f7d9" providerId="ADAL" clId="{7DA99A71-5407-4AD7-B580-287AA5B2E926}" dt="2026-10-14T17:40:36.089" v="21"/>
          <ac:spMkLst>
            <pc:docMk/>
            <pc:sldMk cId="3133242724" sldId="262"/>
            <ac:spMk id="3" creationId="{63709A61-965E-9AA7-3CE1-78E785B67A2F}"/>
          </ac:spMkLst>
        </pc:spChg>
        <pc:spChg chg="add mod">
          <ac:chgData name="Meghana Munipalle" userId="49a8e86b-6c02-46d8-80e9-c3d5abd0f7d9" providerId="ADAL" clId="{7DA99A71-5407-4AD7-B580-287AA5B2E926}" dt="2026-10-14T17:40:36.089" v="21"/>
          <ac:spMkLst>
            <pc:docMk/>
            <pc:sldMk cId="3133242724" sldId="262"/>
            <ac:spMk id="4" creationId="{F16178A4-74EE-B4F8-1C5F-6E69A496CE5E}"/>
          </ac:spMkLst>
        </pc:spChg>
        <pc:spChg chg="add mod">
          <ac:chgData name="Meghana Munipalle" userId="49a8e86b-6c02-46d8-80e9-c3d5abd0f7d9" providerId="ADAL" clId="{7DA99A71-5407-4AD7-B580-287AA5B2E926}" dt="2026-10-14T17:41:16.413" v="32" actId="20577"/>
          <ac:spMkLst>
            <pc:docMk/>
            <pc:sldMk cId="3133242724" sldId="262"/>
            <ac:spMk id="10" creationId="{2A0A15FC-E14A-5195-4A2E-271643B099A1}"/>
          </ac:spMkLst>
        </pc:spChg>
        <pc:picChg chg="add mod">
          <ac:chgData name="Meghana Munipalle" userId="49a8e86b-6c02-46d8-80e9-c3d5abd0f7d9" providerId="ADAL" clId="{7DA99A71-5407-4AD7-B580-287AA5B2E926}" dt="2026-10-14T17:40:36.089" v="21"/>
          <ac:picMkLst>
            <pc:docMk/>
            <pc:sldMk cId="3133242724" sldId="262"/>
            <ac:picMk id="5" creationId="{071CDDBC-8C78-5E1A-8434-29F8065E8231}"/>
          </ac:picMkLst>
        </pc:picChg>
        <pc:picChg chg="add mod">
          <ac:chgData name="Meghana Munipalle" userId="49a8e86b-6c02-46d8-80e9-c3d5abd0f7d9" providerId="ADAL" clId="{7DA99A71-5407-4AD7-B580-287AA5B2E926}" dt="2026-10-14T17:40:36.089" v="21"/>
          <ac:picMkLst>
            <pc:docMk/>
            <pc:sldMk cId="3133242724" sldId="262"/>
            <ac:picMk id="6" creationId="{CE0BD474-B281-8C17-FCEA-7AE4A69D8F85}"/>
          </ac:picMkLst>
        </pc:picChg>
        <pc:picChg chg="add mod">
          <ac:chgData name="Meghana Munipalle" userId="49a8e86b-6c02-46d8-80e9-c3d5abd0f7d9" providerId="ADAL" clId="{7DA99A71-5407-4AD7-B580-287AA5B2E926}" dt="2026-10-14T17:41:05.638" v="29" actId="1076"/>
          <ac:picMkLst>
            <pc:docMk/>
            <pc:sldMk cId="3133242724" sldId="262"/>
            <ac:picMk id="8" creationId="{BEB4C462-CB37-CAFD-1DF9-E8B235F90544}"/>
          </ac:picMkLst>
        </pc:picChg>
      </pc:sldChg>
      <pc:sldChg chg="addSp modSp mod">
        <pc:chgData name="Meghana Munipalle" userId="49a8e86b-6c02-46d8-80e9-c3d5abd0f7d9" providerId="ADAL" clId="{7DA99A71-5407-4AD7-B580-287AA5B2E926}" dt="2026-10-14T17:37:26.705" v="20" actId="20577"/>
        <pc:sldMkLst>
          <pc:docMk/>
          <pc:sldMk cId="2115249166" sldId="263"/>
        </pc:sldMkLst>
        <pc:spChg chg="add mod">
          <ac:chgData name="Meghana Munipalle" userId="49a8e86b-6c02-46d8-80e9-c3d5abd0f7d9" providerId="ADAL" clId="{7DA99A71-5407-4AD7-B580-287AA5B2E926}" dt="2026-10-14T17:37:13.992" v="0"/>
          <ac:spMkLst>
            <pc:docMk/>
            <pc:sldMk cId="2115249166" sldId="263"/>
            <ac:spMk id="2" creationId="{FEE110F1-12D1-6F32-F730-9E2493E5D8CA}"/>
          </ac:spMkLst>
        </pc:spChg>
        <pc:spChg chg="add mod">
          <ac:chgData name="Meghana Munipalle" userId="49a8e86b-6c02-46d8-80e9-c3d5abd0f7d9" providerId="ADAL" clId="{7DA99A71-5407-4AD7-B580-287AA5B2E926}" dt="2026-10-14T17:37:20.938" v="1" actId="113"/>
          <ac:spMkLst>
            <pc:docMk/>
            <pc:sldMk cId="2115249166" sldId="263"/>
            <ac:spMk id="3" creationId="{E655E976-1AED-0055-B0AA-CF3C20081B1B}"/>
          </ac:spMkLst>
        </pc:spChg>
        <pc:spChg chg="add mod">
          <ac:chgData name="Meghana Munipalle" userId="49a8e86b-6c02-46d8-80e9-c3d5abd0f7d9" providerId="ADAL" clId="{7DA99A71-5407-4AD7-B580-287AA5B2E926}" dt="2026-10-14T17:37:26.705" v="20" actId="20577"/>
          <ac:spMkLst>
            <pc:docMk/>
            <pc:sldMk cId="2115249166" sldId="263"/>
            <ac:spMk id="4" creationId="{D95C0225-6028-3219-E065-45F040930812}"/>
          </ac:spMkLst>
        </pc:spChg>
        <pc:picChg chg="add mod">
          <ac:chgData name="Meghana Munipalle" userId="49a8e86b-6c02-46d8-80e9-c3d5abd0f7d9" providerId="ADAL" clId="{7DA99A71-5407-4AD7-B580-287AA5B2E926}" dt="2026-10-14T17:37:13.992" v="0"/>
          <ac:picMkLst>
            <pc:docMk/>
            <pc:sldMk cId="2115249166" sldId="263"/>
            <ac:picMk id="5" creationId="{41CB5C73-BCB2-5D15-795B-676C0CA919FD}"/>
          </ac:picMkLst>
        </pc:picChg>
        <pc:picChg chg="add mod">
          <ac:chgData name="Meghana Munipalle" userId="49a8e86b-6c02-46d8-80e9-c3d5abd0f7d9" providerId="ADAL" clId="{7DA99A71-5407-4AD7-B580-287AA5B2E926}" dt="2026-10-14T17:37:13.992" v="0"/>
          <ac:picMkLst>
            <pc:docMk/>
            <pc:sldMk cId="2115249166" sldId="263"/>
            <ac:picMk id="6" creationId="{30298052-DB3E-A719-17BF-EE9B443DB322}"/>
          </ac:picMkLst>
        </pc:picChg>
      </pc:sldChg>
      <pc:sldChg chg="del">
        <pc:chgData name="Meghana Munipalle" userId="49a8e86b-6c02-46d8-80e9-c3d5abd0f7d9" providerId="ADAL" clId="{7DA99A71-5407-4AD7-B580-287AA5B2E926}" dt="2026-10-14T17:47:07.370" v="143" actId="2696"/>
        <pc:sldMkLst>
          <pc:docMk/>
          <pc:sldMk cId="3891667287" sldId="277"/>
        </pc:sldMkLst>
      </pc:sldChg>
      <pc:sldChg chg="del">
        <pc:chgData name="Meghana Munipalle" userId="49a8e86b-6c02-46d8-80e9-c3d5abd0f7d9" providerId="ADAL" clId="{7DA99A71-5407-4AD7-B580-287AA5B2E926}" dt="2026-10-14T17:47:55.515" v="146" actId="47"/>
        <pc:sldMkLst>
          <pc:docMk/>
          <pc:sldMk cId="2389275097" sldId="316"/>
        </pc:sldMkLst>
      </pc:sldChg>
      <pc:sldChg chg="addSp delSp modSp mod">
        <pc:chgData name="Meghana Munipalle" userId="49a8e86b-6c02-46d8-80e9-c3d5abd0f7d9" providerId="ADAL" clId="{7DA99A71-5407-4AD7-B580-287AA5B2E926}" dt="2026-10-14T17:43:01.223" v="44" actId="1076"/>
        <pc:sldMkLst>
          <pc:docMk/>
          <pc:sldMk cId="3390364454" sldId="317"/>
        </pc:sldMkLst>
        <pc:spChg chg="del">
          <ac:chgData name="Meghana Munipalle" userId="49a8e86b-6c02-46d8-80e9-c3d5abd0f7d9" providerId="ADAL" clId="{7DA99A71-5407-4AD7-B580-287AA5B2E926}" dt="2026-10-14T17:42:29.639" v="34" actId="478"/>
          <ac:spMkLst>
            <pc:docMk/>
            <pc:sldMk cId="3390364454" sldId="317"/>
            <ac:spMk id="2" creationId="{57999070-108E-C245-97F4-DBF8FE0A3A1B}"/>
          </ac:spMkLst>
        </pc:spChg>
        <pc:spChg chg="del">
          <ac:chgData name="Meghana Munipalle" userId="49a8e86b-6c02-46d8-80e9-c3d5abd0f7d9" providerId="ADAL" clId="{7DA99A71-5407-4AD7-B580-287AA5B2E926}" dt="2026-10-14T17:42:31.728" v="35" actId="478"/>
          <ac:spMkLst>
            <pc:docMk/>
            <pc:sldMk cId="3390364454" sldId="317"/>
            <ac:spMk id="3" creationId="{4B5ADFF6-C739-BC4D-8406-2A385F59F448}"/>
          </ac:spMkLst>
        </pc:spChg>
        <pc:picChg chg="add mod">
          <ac:chgData name="Meghana Munipalle" userId="49a8e86b-6c02-46d8-80e9-c3d5abd0f7d9" providerId="ADAL" clId="{7DA99A71-5407-4AD7-B580-287AA5B2E926}" dt="2026-10-14T17:43:01.223" v="44" actId="1076"/>
          <ac:picMkLst>
            <pc:docMk/>
            <pc:sldMk cId="3390364454" sldId="317"/>
            <ac:picMk id="5" creationId="{7954F144-A8EC-A42C-4E90-5B472F325D1F}"/>
          </ac:picMkLst>
        </pc:picChg>
      </pc:sldChg>
      <pc:sldChg chg="addSp delSp modSp add mod ord">
        <pc:chgData name="Meghana Munipalle" userId="49a8e86b-6c02-46d8-80e9-c3d5abd0f7d9" providerId="ADAL" clId="{7DA99A71-5407-4AD7-B580-287AA5B2E926}" dt="2026-10-14T17:49:23.644" v="158" actId="1076"/>
        <pc:sldMkLst>
          <pc:docMk/>
          <pc:sldMk cId="2669936650" sldId="318"/>
        </pc:sldMkLst>
        <pc:spChg chg="add del mod">
          <ac:chgData name="Meghana Munipalle" userId="49a8e86b-6c02-46d8-80e9-c3d5abd0f7d9" providerId="ADAL" clId="{7DA99A71-5407-4AD7-B580-287AA5B2E926}" dt="2026-10-14T17:49:11.389" v="157" actId="478"/>
          <ac:spMkLst>
            <pc:docMk/>
            <pc:sldMk cId="2669936650" sldId="318"/>
            <ac:spMk id="2" creationId="{8AA65B86-02A8-C474-1A5A-1145AB34B747}"/>
          </ac:spMkLst>
        </pc:spChg>
        <pc:spChg chg="add mod">
          <ac:chgData name="Meghana Munipalle" userId="49a8e86b-6c02-46d8-80e9-c3d5abd0f7d9" providerId="ADAL" clId="{7DA99A71-5407-4AD7-B580-287AA5B2E926}" dt="2026-10-14T17:49:23.644" v="158" actId="1076"/>
          <ac:spMkLst>
            <pc:docMk/>
            <pc:sldMk cId="2669936650" sldId="318"/>
            <ac:spMk id="3" creationId="{65DDB6EC-DB26-EF2C-07F7-BA87463AF297}"/>
          </ac:spMkLst>
        </pc:spChg>
        <pc:spChg chg="del">
          <ac:chgData name="Meghana Munipalle" userId="49a8e86b-6c02-46d8-80e9-c3d5abd0f7d9" providerId="ADAL" clId="{7DA99A71-5407-4AD7-B580-287AA5B2E926}" dt="2026-10-14T17:46:35.130" v="93" actId="478"/>
          <ac:spMkLst>
            <pc:docMk/>
            <pc:sldMk cId="2669936650" sldId="318"/>
            <ac:spMk id="4" creationId="{614D5478-AB63-3503-4780-21F06F853B26}"/>
          </ac:spMkLst>
        </pc:spChg>
        <pc:picChg chg="add mod">
          <ac:chgData name="Meghana Munipalle" userId="49a8e86b-6c02-46d8-80e9-c3d5abd0f7d9" providerId="ADAL" clId="{7DA99A71-5407-4AD7-B580-287AA5B2E926}" dt="2026-10-14T17:49:23.644" v="158" actId="1076"/>
          <ac:picMkLst>
            <pc:docMk/>
            <pc:sldMk cId="2669936650" sldId="318"/>
            <ac:picMk id="5" creationId="{5FE951AA-839D-2C2F-2CF8-B276C00B72EC}"/>
          </ac:picMkLst>
        </pc:picChg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742620507" sldId="353"/>
        </pc:sldMkLst>
      </pc:sldChg>
      <pc:sldChg chg="add ord">
        <pc:chgData name="Meghana Munipalle" userId="49a8e86b-6c02-46d8-80e9-c3d5abd0f7d9" providerId="ADAL" clId="{7DA99A71-5407-4AD7-B580-287AA5B2E926}" dt="2026-10-14T17:43:45.666" v="50"/>
        <pc:sldMkLst>
          <pc:docMk/>
          <pc:sldMk cId="130104463" sldId="354"/>
        </pc:sldMkLst>
      </pc:sldChg>
      <pc:sldChg chg="addSp delSp modSp add del mod ord">
        <pc:chgData name="Meghana Munipalle" userId="49a8e86b-6c02-46d8-80e9-c3d5abd0f7d9" providerId="ADAL" clId="{7DA99A71-5407-4AD7-B580-287AA5B2E926}" dt="2026-10-14T17:47:53.776" v="145" actId="47"/>
        <pc:sldMkLst>
          <pc:docMk/>
          <pc:sldMk cId="2698312505" sldId="355"/>
        </pc:sldMkLst>
        <pc:spChg chg="add del mod">
          <ac:chgData name="Meghana Munipalle" userId="49a8e86b-6c02-46d8-80e9-c3d5abd0f7d9" providerId="ADAL" clId="{7DA99A71-5407-4AD7-B580-287AA5B2E926}" dt="2026-10-14T17:46:57.687" v="138" actId="478"/>
          <ac:spMkLst>
            <pc:docMk/>
            <pc:sldMk cId="2698312505" sldId="355"/>
            <ac:spMk id="2" creationId="{3C2AF8B8-01BF-3B72-27BE-54BE1F15CAF4}"/>
          </ac:spMkLst>
        </pc:spChg>
        <pc:spChg chg="add del mod">
          <ac:chgData name="Meghana Munipalle" userId="49a8e86b-6c02-46d8-80e9-c3d5abd0f7d9" providerId="ADAL" clId="{7DA99A71-5407-4AD7-B580-287AA5B2E926}" dt="2026-10-14T17:46:57.687" v="138" actId="478"/>
          <ac:spMkLst>
            <pc:docMk/>
            <pc:sldMk cId="2698312505" sldId="355"/>
            <ac:spMk id="3" creationId="{F39DB8C9-3836-7004-A327-53C5D780F155}"/>
          </ac:spMkLst>
        </pc:spChg>
        <pc:spChg chg="add del mod">
          <ac:chgData name="Meghana Munipalle" userId="49a8e86b-6c02-46d8-80e9-c3d5abd0f7d9" providerId="ADAL" clId="{7DA99A71-5407-4AD7-B580-287AA5B2E926}" dt="2026-10-14T17:46:59.872" v="139" actId="478"/>
          <ac:spMkLst>
            <pc:docMk/>
            <pc:sldMk cId="2698312505" sldId="355"/>
            <ac:spMk id="8" creationId="{1FCD614F-145F-A056-B7F2-E7F890915D44}"/>
          </ac:spMkLst>
        </pc:spChg>
        <pc:picChg chg="del">
          <ac:chgData name="Meghana Munipalle" userId="49a8e86b-6c02-46d8-80e9-c3d5abd0f7d9" providerId="ADAL" clId="{7DA99A71-5407-4AD7-B580-287AA5B2E926}" dt="2026-10-14T17:44:01.398" v="52" actId="478"/>
          <ac:picMkLst>
            <pc:docMk/>
            <pc:sldMk cId="2698312505" sldId="355"/>
            <ac:picMk id="5" creationId="{59BC9837-B301-0976-44E8-A8A1288A8C6E}"/>
          </ac:picMkLst>
        </pc:picChg>
        <pc:picChg chg="add del mod">
          <ac:chgData name="Meghana Munipalle" userId="49a8e86b-6c02-46d8-80e9-c3d5abd0f7d9" providerId="ADAL" clId="{7DA99A71-5407-4AD7-B580-287AA5B2E926}" dt="2026-10-14T17:46:57.687" v="138" actId="478"/>
          <ac:picMkLst>
            <pc:docMk/>
            <pc:sldMk cId="2698312505" sldId="355"/>
            <ac:picMk id="6" creationId="{8680EF58-3D5A-80EF-E426-F5CB4C27E011}"/>
          </ac:picMkLst>
        </pc:picChg>
      </pc:sldChg>
      <pc:sldChg chg="add del">
        <pc:chgData name="Meghana Munipalle" userId="49a8e86b-6c02-46d8-80e9-c3d5abd0f7d9" providerId="ADAL" clId="{7DA99A71-5407-4AD7-B580-287AA5B2E926}" dt="2026-10-14T17:48:45.467" v="151" actId="47"/>
        <pc:sldMkLst>
          <pc:docMk/>
          <pc:sldMk cId="344390118" sldId="356"/>
        </pc:sldMkLst>
      </pc:sldChg>
      <pc:sldChg chg="add del">
        <pc:chgData name="Meghana Munipalle" userId="49a8e86b-6c02-46d8-80e9-c3d5abd0f7d9" providerId="ADAL" clId="{7DA99A71-5407-4AD7-B580-287AA5B2E926}" dt="2026-10-14T17:48:18.921" v="147" actId="47"/>
        <pc:sldMkLst>
          <pc:docMk/>
          <pc:sldMk cId="308552829" sldId="357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1722099210" sldId="358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2087581033" sldId="359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4069519662" sldId="360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4089815534" sldId="361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1763546542" sldId="362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4195315406" sldId="363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3265122920" sldId="364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3842790962" sldId="365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3204473972" sldId="366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2251503654" sldId="367"/>
        </pc:sldMkLst>
      </pc:sldChg>
      <pc:sldChg chg="add">
        <pc:chgData name="Meghana Munipalle" userId="49a8e86b-6c02-46d8-80e9-c3d5abd0f7d9" providerId="ADAL" clId="{7DA99A71-5407-4AD7-B580-287AA5B2E926}" dt="2026-10-14T17:47:49.850" v="144"/>
        <pc:sldMkLst>
          <pc:docMk/>
          <pc:sldMk cId="2793766554" sldId="368"/>
        </pc:sldMkLst>
      </pc:sldChg>
      <pc:sldChg chg="modSp add mod">
        <pc:chgData name="Meghana Munipalle" userId="49a8e86b-6c02-46d8-80e9-c3d5abd0f7d9" providerId="ADAL" clId="{7DA99A71-5407-4AD7-B580-287AA5B2E926}" dt="2026-10-14T17:48:33.623" v="149" actId="20577"/>
        <pc:sldMkLst>
          <pc:docMk/>
          <pc:sldMk cId="4058847968" sldId="369"/>
        </pc:sldMkLst>
        <pc:spChg chg="mod">
          <ac:chgData name="Meghana Munipalle" userId="49a8e86b-6c02-46d8-80e9-c3d5abd0f7d9" providerId="ADAL" clId="{7DA99A71-5407-4AD7-B580-287AA5B2E926}" dt="2026-10-14T17:48:33.623" v="149" actId="20577"/>
          <ac:spMkLst>
            <pc:docMk/>
            <pc:sldMk cId="4058847968" sldId="369"/>
            <ac:spMk id="3" creationId="{92B3CF15-8D40-7ADE-D955-2B04194DBA64}"/>
          </ac:spMkLst>
        </pc:spChg>
      </pc:sldChg>
      <pc:sldChg chg="add ord">
        <pc:chgData name="Meghana Munipalle" userId="49a8e86b-6c02-46d8-80e9-c3d5abd0f7d9" providerId="ADAL" clId="{7DA99A71-5407-4AD7-B580-287AA5B2E926}" dt="2026-10-14T17:49:07.096" v="156"/>
        <pc:sldMkLst>
          <pc:docMk/>
          <pc:sldMk cId="1181619187" sldId="370"/>
        </pc:sldMkLst>
      </pc:sldChg>
      <pc:sldChg chg="add del">
        <pc:chgData name="Meghana Munipalle" userId="49a8e86b-6c02-46d8-80e9-c3d5abd0f7d9" providerId="ADAL" clId="{7DA99A71-5407-4AD7-B580-287AA5B2E926}" dt="2026-10-14T17:48:43.289" v="150" actId="47"/>
        <pc:sldMkLst>
          <pc:docMk/>
          <pc:sldMk cId="2185737881" sldId="3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The McGill initiative on Computational Medicine was formed in 2017 and aims to deliver inter-disciplinary research programs and empower the use of data in health research and health care delivery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Located at the Genome Center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They have a newsletter were you can subscribe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dirty="0"/>
              <a:t>more info on the web site</a:t>
            </a:r>
          </a:p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063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MATLAB was created as a tool to make matrix algorithms much easier to work out!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9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 dirty="0">
                <a:latin typeface="+mj-lt"/>
              </a:rPr>
              <a:t>Mission</a:t>
            </a:r>
            <a:r>
              <a:rPr lang="en-CA" sz="2002" dirty="0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endParaRPr lang="en-CA" sz="2002" dirty="0">
              <a:latin typeface="+mj-lt"/>
            </a:endParaRPr>
          </a:p>
          <a:p>
            <a:pPr marL="0" indent="0">
              <a:buNone/>
            </a:pPr>
            <a:r>
              <a:rPr lang="en-CA" sz="1800" dirty="0">
                <a:latin typeface="+mj-lt"/>
              </a:rPr>
              <a:t>https://www.mcgill.ca/</a:t>
            </a:r>
            <a:r>
              <a:rPr lang="en-CA" sz="1800" dirty="0" err="1">
                <a:latin typeface="+mj-lt"/>
              </a:rPr>
              <a:t>micm</a:t>
            </a:r>
            <a:endParaRPr lang="en-CA" sz="1800" dirty="0">
              <a:latin typeface="+mj-lt"/>
            </a:endParaRPr>
          </a:p>
          <a:p>
            <a:endParaRPr lang="en-CA" sz="2002" dirty="0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 dirty="0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 dirty="0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matlab/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gi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>
            <a:extLst>
              <a:ext uri="{FF2B5EF4-FFF2-40B4-BE49-F238E27FC236}">
                <a16:creationId xmlns:a16="http://schemas.microsoft.com/office/drawing/2014/main" id="{FEE110F1-12D1-6F32-F730-9E2493E5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82090"/>
            <a:ext cx="5172904" cy="170358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Helvetica"/>
                <a:cs typeface="Helvetica"/>
              </a:rPr>
              <a:t>Intro to MATLAB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5E976-1AED-0055-B0AA-CF3C20081B1B}"/>
              </a:ext>
            </a:extLst>
          </p:cNvPr>
          <p:cNvSpPr txBox="1"/>
          <p:nvPr/>
        </p:nvSpPr>
        <p:spPr>
          <a:xfrm>
            <a:off x="165136" y="5830349"/>
            <a:ext cx="39730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b="1" dirty="0">
                <a:latin typeface="Helvetica Light"/>
              </a:rPr>
              <a:t>Workshop Lead: </a:t>
            </a:r>
            <a:r>
              <a:rPr lang="en-CA" sz="1800" dirty="0">
                <a:latin typeface="Helvetica Light"/>
              </a:rPr>
              <a:t>Meghana Munipalle</a:t>
            </a:r>
            <a:endParaRPr lang="en-CA" dirty="0">
              <a:latin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C0225-6028-3219-E065-45F040930812}"/>
              </a:ext>
            </a:extLst>
          </p:cNvPr>
          <p:cNvSpPr txBox="1"/>
          <p:nvPr/>
        </p:nvSpPr>
        <p:spPr>
          <a:xfrm>
            <a:off x="165136" y="6199681"/>
            <a:ext cx="28694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b="1" dirty="0">
                <a:latin typeface="Helvetica Light"/>
              </a:rPr>
              <a:t>Date</a:t>
            </a:r>
            <a:r>
              <a:rPr lang="en-CA" sz="1800" dirty="0">
                <a:latin typeface="Helvetica Light"/>
              </a:rPr>
              <a:t>: October 21, 2026</a:t>
            </a:r>
            <a:endParaRPr lang="en-CA" sz="1800" dirty="0">
              <a:latin typeface="Helvetica Light" panose="020B0403020202020204" pitchFamily="34" charset="0"/>
            </a:endParaRPr>
          </a:p>
        </p:txBody>
      </p:sp>
      <p:pic>
        <p:nvPicPr>
          <p:cNvPr id="5" name="Graphic 4" descr="Ethernet with solid fill">
            <a:extLst>
              <a:ext uri="{FF2B5EF4-FFF2-40B4-BE49-F238E27FC236}">
                <a16:creationId xmlns:a16="http://schemas.microsoft.com/office/drawing/2014/main" id="{41CB5C73-BCB2-5D15-795B-676C0CA919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469" y="1549355"/>
            <a:ext cx="914400" cy="914400"/>
          </a:xfrm>
          <a:prstGeom prst="rect">
            <a:avLst/>
          </a:prstGeom>
        </p:spPr>
      </p:pic>
      <p:pic>
        <p:nvPicPr>
          <p:cNvPr id="6" name="Graphic 5" descr="Computer with solid fill">
            <a:extLst>
              <a:ext uri="{FF2B5EF4-FFF2-40B4-BE49-F238E27FC236}">
                <a16:creationId xmlns:a16="http://schemas.microsoft.com/office/drawing/2014/main" id="{30298052-DB3E-A719-17BF-EE9B443DB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92094" y="49228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4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B4C462-CB37-CAFD-1DF9-E8B235F90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8" y="2469994"/>
            <a:ext cx="2269273" cy="22692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0A15FC-E14A-5195-4A2E-271643B099A1}"/>
              </a:ext>
            </a:extLst>
          </p:cNvPr>
          <p:cNvSpPr txBox="1"/>
          <p:nvPr/>
        </p:nvSpPr>
        <p:spPr>
          <a:xfrm>
            <a:off x="-258381" y="4842281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/>
              <a:t>Scan the QR code to sign up </a:t>
            </a:r>
          </a:p>
          <a:p>
            <a:pPr algn="ctr"/>
            <a:r>
              <a:rPr lang="en-CA" sz="1800" dirty="0"/>
              <a:t>for our </a:t>
            </a:r>
            <a:r>
              <a:rPr lang="en-CA" sz="1800" b="1" dirty="0"/>
              <a:t>mailing list!</a:t>
            </a:r>
            <a:endParaRPr lang="en-CA" sz="1800" dirty="0"/>
          </a:p>
        </p:txBody>
      </p:sp>
    </p:spTree>
    <p:extLst>
      <p:ext uri="{BB962C8B-B14F-4D97-AF65-F5344CB8AC3E}">
        <p14:creationId xmlns:p14="http://schemas.microsoft.com/office/powerpoint/2010/main" val="313324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8" y="138412"/>
            <a:ext cx="7886700" cy="1325565"/>
          </a:xfrm>
        </p:spPr>
        <p:txBody>
          <a:bodyPr/>
          <a:lstStyle/>
          <a:p>
            <a:r>
              <a:rPr lang="en-US" sz="4400">
                <a:latin typeface="Helvetica"/>
                <a:cs typeface="Helvetica"/>
              </a:rPr>
              <a:t>Outline</a:t>
            </a:r>
            <a:endParaRPr lang="en-US" sz="440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343" y="1650355"/>
            <a:ext cx="7378018" cy="45904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Module 1:</a:t>
            </a: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 MATLAB Basics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Calculations on the command line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Programming in MATLAB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Exercises!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Module 2: </a:t>
            </a: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MATLAB for Science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2D &amp; 3D Plotting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Numerical Methods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Exercises!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Module 3: </a:t>
            </a: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Additional Resources!</a:t>
            </a:r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56160AF5-42D7-EB1C-D7B2-72E7478A2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29284"/>
            <a:ext cx="3905250" cy="2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549127-4967-1867-8F24-449C7797E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8"/>
            <a:ext cx="7886700" cy="454994"/>
          </a:xfrm>
        </p:spPr>
        <p:txBody>
          <a:bodyPr>
            <a:normAutofit lnSpcReduction="10000"/>
          </a:bodyPr>
          <a:lstStyle/>
          <a:p>
            <a:r>
              <a:rPr lang="en-CA" dirty="0"/>
              <a:t>Tour of the environment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82D7F7-CB99-AABA-0AC0-26E3B161D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0" y="2415562"/>
            <a:ext cx="7046259" cy="4040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B5F538-A08B-BBC0-D32D-1486642C44EE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172209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MATLAB as a fancy calculator</a:t>
            </a:r>
          </a:p>
          <a:p>
            <a:r>
              <a:rPr lang="en-US" dirty="0"/>
              <a:t>Vectors, matrices, and arrays</a:t>
            </a:r>
          </a:p>
          <a:p>
            <a:r>
              <a:rPr lang="en-US" dirty="0"/>
              <a:t>Basic built-in functions</a:t>
            </a:r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7B61E0-B302-D18B-E5DD-68E222DA58F9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pic>
        <p:nvPicPr>
          <p:cNvPr id="6" name="Picture 5" descr="Calculator keypad">
            <a:extLst>
              <a:ext uri="{FF2B5EF4-FFF2-40B4-BE49-F238E27FC236}">
                <a16:creationId xmlns:a16="http://schemas.microsoft.com/office/drawing/2014/main" id="{0398E10F-DE4D-E1FA-95C7-7893C9145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383" y="4001294"/>
            <a:ext cx="3141233" cy="19730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B1D8F5-5298-7732-CA3D-21E3F7AE9497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408981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5597"/>
            <a:ext cx="7886700" cy="435133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row vector of odd numbers through 21 (without simply listing all the numbers):</a:t>
            </a:r>
          </a:p>
          <a:p>
            <a:pPr lvl="1"/>
            <a:r>
              <a:rPr lang="en-US" sz="2000" dirty="0"/>
              <a:t>L = 1 3 5 7 9 11 13 15 17 19 21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Find the sum of all elements in this vector using 1 command:</a:t>
            </a:r>
          </a:p>
          <a:p>
            <a:pPr lvl="1"/>
            <a:r>
              <a:rPr lang="en-US" sz="2000" dirty="0"/>
              <a:t>[1, 3, -5, 24, 8, -76, 44, -2, 7, 13]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Calculate the hypotenuse of a triangle with side lengths 12 and 15 (try in 1 line!)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Type the following lines, pressing enter in between each</a:t>
            </a:r>
          </a:p>
          <a:p>
            <a:pPr lvl="1"/>
            <a:r>
              <a:rPr lang="en-US" sz="2000" dirty="0"/>
              <a:t>p = (3*2)^2 </a:t>
            </a:r>
          </a:p>
          <a:p>
            <a:pPr lvl="1"/>
            <a:r>
              <a:rPr lang="en-US" sz="2000" dirty="0"/>
              <a:t>q = (3*2)^2;</a:t>
            </a:r>
          </a:p>
          <a:p>
            <a:pPr lvl="1"/>
            <a:r>
              <a:rPr lang="en-US" sz="2000" dirty="0"/>
              <a:t>What is the difference between the outputs?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Form a 6 x 1 vector </a:t>
            </a:r>
            <a:r>
              <a:rPr lang="en-US" sz="2000" b="1" dirty="0"/>
              <a:t>a</a:t>
            </a:r>
            <a:r>
              <a:rPr lang="en-US" sz="2000" dirty="0"/>
              <a:t> of zeros using the zeros command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52513-CC05-A9C0-9ECB-E3A71D75926A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Try It 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6F62-CF30-880C-9288-057179D17B00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406951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Scripts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C80707-E435-A8E4-DB13-4ABBD8FB7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97781"/>
            <a:ext cx="6467876" cy="36537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D951E4-8445-80AA-1878-47E13DE2E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303" y="2823346"/>
            <a:ext cx="6412230" cy="36537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39C735-11F3-7134-1480-6D68F29002E2}"/>
              </a:ext>
            </a:extLst>
          </p:cNvPr>
          <p:cNvSpPr txBox="1"/>
          <p:nvPr/>
        </p:nvSpPr>
        <p:spPr>
          <a:xfrm>
            <a:off x="628650" y="1920654"/>
            <a:ext cx="2503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Script (.m file)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1F2FB-F7E0-80F5-E367-7114259A1180}"/>
              </a:ext>
            </a:extLst>
          </p:cNvPr>
          <p:cNvSpPr txBox="1"/>
          <p:nvPr/>
        </p:nvSpPr>
        <p:spPr>
          <a:xfrm>
            <a:off x="2929890" y="4519074"/>
            <a:ext cx="437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Live script (.mlx file)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49EFD-7A03-2B76-D400-A35518252450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208758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and functions</a:t>
            </a:r>
          </a:p>
          <a:p>
            <a:r>
              <a:rPr lang="en-US" dirty="0"/>
              <a:t>If-statements and loops</a:t>
            </a:r>
          </a:p>
          <a:p>
            <a:r>
              <a:rPr lang="en-US" dirty="0"/>
              <a:t>Text and characters</a:t>
            </a:r>
          </a:p>
          <a:p>
            <a:r>
              <a:rPr lang="en-US" dirty="0"/>
              <a:t>Basic errors and troubleshooting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489F5-9248-EBAB-EF4D-68BCF95898E5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1763546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6679A-860D-ADB4-13E2-42A97ED70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85597"/>
                <a:ext cx="7886700" cy="4351335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functions for the different tasks in the live script!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a function that calculates the sum S of elements: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rad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 =1, 2, …</m:t>
                      </m:r>
                    </m:oMath>
                  </m:oMathPara>
                </a14:m>
                <a:endParaRPr lang="en-US" sz="2000" dirty="0"/>
              </a:p>
              <a:p>
                <a:pPr marL="457200" indent="-457200">
                  <a:buAutoNum type="arabicPeriod" startAt="3"/>
                </a:pPr>
                <a:r>
                  <a:rPr lang="en-US" sz="2000" dirty="0"/>
                  <a:t>Write a function called div5 that takes a number as input and checks to see if it is divisible by 5 (and then print a message that indicates the result).</a:t>
                </a:r>
              </a:p>
              <a:p>
                <a:pPr marL="457200" indent="-457200">
                  <a:buAutoNum type="arabicPeriod" startAt="3"/>
                </a:pPr>
                <a:r>
                  <a:rPr lang="en-US" sz="2000" dirty="0"/>
                  <a:t>The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Hilbert matrix H has the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=1/(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 Create a nested for-loop to generate the 5x5 Hilbert matrix and use the built-in function </a:t>
                </a:r>
                <a:r>
                  <a:rPr lang="en-US" sz="2000" b="1" dirty="0" err="1"/>
                  <a:t>hilb</a:t>
                </a:r>
                <a:r>
                  <a:rPr lang="en-US" sz="2000" dirty="0"/>
                  <a:t> to check your answer.</a:t>
                </a:r>
              </a:p>
              <a:p>
                <a:pPr marL="457200" indent="-457200">
                  <a:buFont typeface="Arial" panose="020B0604020202020204" pitchFamily="34" charset="0"/>
                  <a:buAutoNum type="arabicPeriod" startAt="3"/>
                </a:pPr>
                <a:r>
                  <a:rPr lang="en-US" sz="2000" dirty="0"/>
                  <a:t>Generate a string consisting of </a:t>
                </a:r>
                <a:r>
                  <a:rPr lang="en-US" sz="2000" i="1" dirty="0"/>
                  <a:t>n</a:t>
                </a:r>
                <a:r>
                  <a:rPr lang="en-US" sz="2000" dirty="0"/>
                  <a:t> spaces (multiple ways to do this!)</a:t>
                </a:r>
              </a:p>
              <a:p>
                <a:pPr marL="457200" indent="-457200">
                  <a:buAutoNum type="arabicPeriod" startAt="3"/>
                </a:pPr>
                <a:r>
                  <a:rPr lang="en-US" sz="2000" dirty="0"/>
                  <a:t>Sam gets paid compound interest at a rate defined at 5% per annum.  Calculate his resulting investment each year and after 10 years. Change the rate on the 8</a:t>
                </a:r>
                <a:r>
                  <a:rPr lang="en-US" sz="2000" baseline="30000" dirty="0"/>
                  <a:t>th</a:t>
                </a:r>
                <a:r>
                  <a:rPr lang="en-US" sz="2000" dirty="0"/>
                  <a:t> year to 5.75%.</a:t>
                </a:r>
              </a:p>
              <a:p>
                <a:pPr marL="457200" indent="-457200">
                  <a:buAutoNum type="arabicPeriod" startAt="3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6679A-860D-ADB4-13E2-42A97ED70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85597"/>
                <a:ext cx="7886700" cy="4351335"/>
              </a:xfrm>
              <a:blipFill>
                <a:blip r:embed="rId2"/>
                <a:stretch>
                  <a:fillRect l="-850" t="-1681" r="-1468" b="-238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52513-CC05-A9C0-9ECB-E3A71D75926A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Try It 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CE024-94F7-C67F-0D34-CFBA5BE137D8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419531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&amp; 3D Plotting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68D0B-870C-8074-7821-1038F8D6D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Basic plotting</a:t>
            </a:r>
          </a:p>
          <a:p>
            <a:r>
              <a:rPr lang="en-CA" dirty="0"/>
              <a:t>Interacting with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DE475-E2D6-FB6E-6808-C5C13676A13B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2: MATLAB for Science</a:t>
            </a:r>
          </a:p>
        </p:txBody>
      </p:sp>
      <p:pic>
        <p:nvPicPr>
          <p:cNvPr id="9" name="Picture 8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E709CD4B-FAC4-3F41-E46D-292D4F4B8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" y="3223260"/>
            <a:ext cx="3729990" cy="2797493"/>
          </a:xfrm>
          <a:prstGeom prst="rect">
            <a:avLst/>
          </a:prstGeom>
        </p:spPr>
      </p:pic>
      <p:pic>
        <p:nvPicPr>
          <p:cNvPr id="11" name="Picture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31D8B7B-D56A-50A5-3696-B9238EBA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23260"/>
            <a:ext cx="3729990" cy="279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2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numerical methods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68D0B-870C-8074-7821-1038F8D6D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7965" indent="-227965"/>
            <a:r>
              <a:rPr lang="en-CA" sz="2750" dirty="0"/>
              <a:t>Root finding</a:t>
            </a:r>
            <a:endParaRPr lang="en-US" dirty="0"/>
          </a:p>
          <a:p>
            <a:pPr marL="227965" indent="-227965"/>
            <a:r>
              <a:rPr lang="en-CA" dirty="0"/>
              <a:t>Solving differential equations</a:t>
            </a:r>
            <a:endParaRPr lang="en-CA" dirty="0">
              <a:ea typeface="Calibri" panose="020F0502020204030204"/>
              <a:cs typeface="Calibri" panose="020F0502020204030204"/>
            </a:endParaRPr>
          </a:p>
          <a:p>
            <a:pPr marL="227965" indent="-227965"/>
            <a:r>
              <a:rPr lang="en-CA" sz="2800" dirty="0">
                <a:ea typeface="Calibri"/>
                <a:cs typeface="Calibri"/>
              </a:rPr>
              <a:t>Curves of best fit</a:t>
            </a:r>
            <a:endParaRPr lang="en-CA" sz="2750" dirty="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DE475-E2D6-FB6E-6808-C5C13676A13B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2: MATLAB for Science</a:t>
            </a:r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B7932AC7-E4F0-0CA3-6BD5-26C605CE5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855" y="3429000"/>
            <a:ext cx="3844290" cy="288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6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3: Data Vis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5597"/>
            <a:ext cx="7886700" cy="435133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Work through activity3_qpcr.mlx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Work through activity3_penguins.mlx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52513-CC05-A9C0-9ECB-E3A71D75926A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Try It 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DB1EE-43A7-3C80-4CB5-F5C29938FAED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2: MATLAB for Science</a:t>
            </a:r>
          </a:p>
        </p:txBody>
      </p:sp>
    </p:spTree>
    <p:extLst>
      <p:ext uri="{BB962C8B-B14F-4D97-AF65-F5344CB8AC3E}">
        <p14:creationId xmlns:p14="http://schemas.microsoft.com/office/powerpoint/2010/main" val="384279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3DC3F-1915-81F3-A68F-B97007A00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DB6EC-DB26-EF2C-07F7-BA87463AF297}"/>
              </a:ext>
            </a:extLst>
          </p:cNvPr>
          <p:cNvSpPr txBox="1"/>
          <p:nvPr/>
        </p:nvSpPr>
        <p:spPr>
          <a:xfrm>
            <a:off x="462775" y="1851105"/>
            <a:ext cx="8218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i="1" dirty="0"/>
              <a:t>Let us know what you think!</a:t>
            </a:r>
            <a:endParaRPr lang="en-US" sz="20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951AA-839D-2C2F-2CF8-B276C00B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77" y="2534293"/>
            <a:ext cx="3283444" cy="33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36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BA7D-1594-EE6B-6BB6-BD748EA0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Links!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CF15-8D40-7ADE-D955-2B04194D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learn more?</a:t>
            </a:r>
          </a:p>
          <a:p>
            <a:pPr lvl="1"/>
            <a:r>
              <a:rPr lang="en-US" dirty="0"/>
              <a:t>MathWorks self-paced courses </a:t>
            </a:r>
          </a:p>
          <a:p>
            <a:pPr lvl="1"/>
            <a:r>
              <a:rPr lang="en-US" dirty="0"/>
              <a:t>LinkedIn Learning – free through your student account</a:t>
            </a:r>
          </a:p>
          <a:p>
            <a:endParaRPr lang="en-US" dirty="0"/>
          </a:p>
          <a:p>
            <a:r>
              <a:rPr lang="en-US" dirty="0"/>
              <a:t>Want to get help?</a:t>
            </a:r>
          </a:p>
          <a:p>
            <a:pPr lvl="1"/>
            <a:r>
              <a:rPr lang="en-US" dirty="0">
                <a:hlinkClick r:id="rId2"/>
              </a:rPr>
              <a:t>https://www.mathworks.com/help/matlab/</a:t>
            </a:r>
            <a:r>
              <a:rPr lang="en-US" dirty="0"/>
              <a:t> Main documentation- very extensive</a:t>
            </a:r>
          </a:p>
          <a:p>
            <a:pPr lvl="1"/>
            <a:r>
              <a:rPr lang="en-US" dirty="0" err="1"/>
              <a:t>StackOverflow</a:t>
            </a:r>
            <a:r>
              <a:rPr lang="en-US" dirty="0"/>
              <a:t>- a must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3E699-50CB-AFAC-B1B0-600C235C0DB3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3: 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4058847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BA7D-1594-EE6B-6BB6-BD748EA0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Computational Medicine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3E699-50CB-AFAC-B1B0-600C235C0DB3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3: Additional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0DD5F-932E-7DDE-A2C8-CD41E158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Bioinformatics Toolbox (option when installing)</a:t>
            </a:r>
          </a:p>
        </p:txBody>
      </p:sp>
      <p:pic>
        <p:nvPicPr>
          <p:cNvPr id="8" name="Picture 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712C1BEB-BE93-E310-D60F-BB821D13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8" y="2318253"/>
            <a:ext cx="3729990" cy="2098119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BD5B500-B82C-5FB5-0F95-5591C461D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84" y="2412951"/>
            <a:ext cx="5509260" cy="3096204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56D0AA4C-A0F0-0333-88E7-F6C3192F2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8" y="4533420"/>
            <a:ext cx="3896678" cy="218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73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BA7D-1594-EE6B-6BB6-BD748EA0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Computational Medicine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3E699-50CB-AFAC-B1B0-600C235C0DB3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3: Additional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0DD5F-932E-7DDE-A2C8-CD41E158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SimBiology</a:t>
            </a:r>
            <a:r>
              <a:rPr lang="en-CA" dirty="0"/>
              <a:t> (Simulink product)</a:t>
            </a:r>
          </a:p>
        </p:txBody>
      </p:sp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1CCCC46A-44A0-19CB-C8FB-89ADC9CD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2297083"/>
            <a:ext cx="4023360" cy="2263833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F96DE7C4-2DBA-71BB-3234-CB0DFD6F1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" y="4560916"/>
            <a:ext cx="4023360" cy="2235912"/>
          </a:xfrm>
          <a:prstGeom prst="rect">
            <a:avLst/>
          </a:prstGeom>
        </p:spPr>
      </p:pic>
      <p:pic>
        <p:nvPicPr>
          <p:cNvPr id="13" name="Picture 1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7266E4EB-AAB9-950D-1CBD-A0FFEE710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689" y="2297083"/>
            <a:ext cx="4400990" cy="24777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D82F88-F3A5-95ED-0BA5-86A0935B609C}"/>
              </a:ext>
            </a:extLst>
          </p:cNvPr>
          <p:cNvSpPr txBox="1"/>
          <p:nvPr/>
        </p:nvSpPr>
        <p:spPr>
          <a:xfrm>
            <a:off x="4777740" y="4994910"/>
            <a:ext cx="3737610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ODE-based models (for pharmacokinetics, </a:t>
            </a:r>
            <a:r>
              <a:rPr lang="en-CA" dirty="0" err="1"/>
              <a:t>etc</a:t>
            </a:r>
            <a:r>
              <a:rPr lang="en-CA" dirty="0"/>
              <a:t>), Monte Carlo simulations, parameter estimation, tons of analysis!</a:t>
            </a:r>
          </a:p>
        </p:txBody>
      </p:sp>
    </p:spTree>
    <p:extLst>
      <p:ext uri="{BB962C8B-B14F-4D97-AF65-F5344CB8AC3E}">
        <p14:creationId xmlns:p14="http://schemas.microsoft.com/office/powerpoint/2010/main" val="2251503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1D98-6BBE-A159-A3C0-2E36C1EE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8A3B-163E-4BC2-33B5-8E52B1D0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63" y="91181"/>
            <a:ext cx="7886700" cy="1325565"/>
          </a:xfrm>
        </p:spPr>
        <p:txBody>
          <a:bodyPr/>
          <a:lstStyle/>
          <a:p>
            <a:r>
              <a:rPr lang="en-US" sz="4400">
                <a:latin typeface="Helvetica"/>
                <a:cs typeface="Helvetica"/>
              </a:rPr>
              <a:t>To summarize</a:t>
            </a:r>
            <a:endParaRPr lang="en-US" sz="440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B88F1-CC08-E82A-389D-4944ADCE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699" y="1457222"/>
            <a:ext cx="7378018" cy="4351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Use MATLAB for many different types of calculations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Navigate the MATLAB command line and live scripts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Input, plot, and analyze data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Find tutorials and toolboxes specific to your research and/or interests!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  <a:cs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4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54F144-A8EC-A42C-4E90-5B472F325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510" y="304741"/>
            <a:ext cx="4826980" cy="624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64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0AD3-6B03-7E72-D712-DA60948EA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1D56-2285-E326-6EE0-A3727BC3F2C4}"/>
              </a:ext>
            </a:extLst>
          </p:cNvPr>
          <p:cNvSpPr txBox="1">
            <a:spLocks/>
          </p:cNvSpPr>
          <p:nvPr/>
        </p:nvSpPr>
        <p:spPr>
          <a:xfrm>
            <a:off x="628650" y="766569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dirty="0">
                <a:latin typeface="Helvetica" pitchFamily="2" charset="0"/>
              </a:rPr>
              <a:t>Thank you for attending!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64749-6EB1-207F-921D-CF88F5EBE3A0}"/>
              </a:ext>
            </a:extLst>
          </p:cNvPr>
          <p:cNvSpPr txBox="1"/>
          <p:nvPr/>
        </p:nvSpPr>
        <p:spPr>
          <a:xfrm>
            <a:off x="462775" y="2375212"/>
            <a:ext cx="8218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000" i="1" dirty="0"/>
              <a:t>Let us know what you think!</a:t>
            </a:r>
            <a:endParaRPr lang="en-US" sz="20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FD967-0D87-D555-3E0C-52D082216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277" y="3058400"/>
            <a:ext cx="3283444" cy="33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191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8698</TotalTime>
  <Words>758</Words>
  <Application>Microsoft Office PowerPoint</Application>
  <PresentationFormat>On-screen Show (4:3)</PresentationFormat>
  <Paragraphs>111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Cambria Math</vt:lpstr>
      <vt:lpstr>Helvetica</vt:lpstr>
      <vt:lpstr>Helvetica Light</vt:lpstr>
      <vt:lpstr>Open Sans Light</vt:lpstr>
      <vt:lpstr>Wingdings</vt:lpstr>
      <vt:lpstr>Thème Office</vt:lpstr>
      <vt:lpstr>Intro to MATLAB</vt:lpstr>
      <vt:lpstr>PowerPoint Presentation</vt:lpstr>
      <vt:lpstr>Outline</vt:lpstr>
      <vt:lpstr>Getting Started</vt:lpstr>
      <vt:lpstr>The command line</vt:lpstr>
      <vt:lpstr>Exercise 1: Command Line</vt:lpstr>
      <vt:lpstr>MATLAB Scripts</vt:lpstr>
      <vt:lpstr>MATLAB Scripts</vt:lpstr>
      <vt:lpstr>Exercise 2: Programming</vt:lpstr>
      <vt:lpstr>2D &amp; 3D Plotting</vt:lpstr>
      <vt:lpstr>Some useful numerical methods</vt:lpstr>
      <vt:lpstr>Exercise 3: Data Vis &amp; Analysis</vt:lpstr>
      <vt:lpstr>PowerPoint Presentation</vt:lpstr>
      <vt:lpstr>Quick Links!</vt:lpstr>
      <vt:lpstr>Tools for Computational Medicine</vt:lpstr>
      <vt:lpstr>Tools for Computational Medicine</vt:lpstr>
      <vt:lpstr>To summarize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Meghana Munipalle</cp:lastModifiedBy>
  <cp:revision>38</cp:revision>
  <dcterms:created xsi:type="dcterms:W3CDTF">2019-07-29T14:54:16Z</dcterms:created>
  <dcterms:modified xsi:type="dcterms:W3CDTF">2026-10-14T17:49:32Z</dcterms:modified>
</cp:coreProperties>
</file>